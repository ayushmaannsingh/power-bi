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5D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-29" y="60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7E406-662B-795F-A017-888A2E6F35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C5DE4A-C837-9073-AD24-AF27A04F27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2B8FA1-0E59-2493-522F-D8DC56A6D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A990B-9A8F-42F9-8C46-DFF789F9162E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68C938-396A-9990-722F-5ED2FF646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0B3129-51BE-EC65-5598-34B726DD5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D9BBC-B435-4125-87D1-559E32206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55343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32955-0432-3FC1-4218-DA0DDB33E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EB2B19-0AF7-4800-899C-9F01119235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3EFE13-FF78-13F2-3E0A-992EAA38E9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A990B-9A8F-42F9-8C46-DFF789F9162E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020203-98EB-807F-E2F4-AD7F8EA8B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43961F-C0FA-B0C8-86CE-BC6AA111C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D9BBC-B435-4125-87D1-559E32206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42440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14FF1-C662-3C7E-167A-B9AD806F2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70E2B2-4685-E624-EE25-BFE86B88DF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ABDAD2-7521-62F2-5793-277071B1E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A990B-9A8F-42F9-8C46-DFF789F9162E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138418-A568-0460-FC55-4513A549A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415756-4449-C366-B34E-223C40295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D9BBC-B435-4125-87D1-559E32206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60806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8A1D8-7DE6-2480-2FF5-8A02A3114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385A68-30AA-2E11-5845-ADCCFC4024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C3D29C-B793-4404-C653-FCBCD6751B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7FF6B2-B423-5E49-68A6-12143DFD5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A990B-9A8F-42F9-8C46-DFF789F9162E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1D5970-2CEE-8D53-2A68-CA252C17F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82EC27-C614-161A-9050-23734ADBF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D9BBC-B435-4125-87D1-559E32206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40672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47278-148C-EF02-16A7-645F451DD3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8063D6-D6B8-8DA0-8CC8-AAF34FB436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1C0DA3-D8C1-16DF-DFC9-3112D2D13F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316F34-FE36-880A-08AC-C319CA87C9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317A35-BD64-6340-DA1C-A3509DD5B0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A6B42E-75CF-6003-6CA0-99D52BEAE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A990B-9A8F-42F9-8C46-DFF789F9162E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F85FD5-1B6F-B1B9-24A3-BEA370246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4EBC25-4A41-8BCD-E753-799C2FCB6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D9BBC-B435-4125-87D1-559E32206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1836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86287-BF9B-6F88-B813-2FAAE26F1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C801CF-165A-0751-45DD-2BEDAB521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A990B-9A8F-42F9-8C46-DFF789F9162E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031CD4-812F-AB69-6F3D-0E5A591C3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97D4C6-0C50-610D-124C-4D8A1C93E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D9BBC-B435-4125-87D1-559E32206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40672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93F3E5-ED53-0D59-4B78-F2EA8BAA1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A990B-9A8F-42F9-8C46-DFF789F9162E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34B0FF-066C-F926-B59D-6F14A11C4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DC4B36-0332-7E6F-FC7E-59FA38EE3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D9BBC-B435-4125-87D1-559E32206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1441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E4518-81D7-9789-BF34-AAE78DB111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9B48C5-D7A8-51CA-D536-62E08B54D0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7CF691-B4D0-F013-87CD-BB3023C313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3C6E75-D3A9-2A9B-210E-9CCF1782B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A990B-9A8F-42F9-8C46-DFF789F9162E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03F091-55B4-6885-E01B-75C409318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2E1D59-0A4C-1499-E4C4-C09698C7F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D9BBC-B435-4125-87D1-559E32206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28702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D77C8-F23E-866F-EF67-41B34B6BC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A81108-4F59-06C7-8C91-86722252DB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04AA5B-2C49-1043-9A90-3B7B6F827A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E46432-24BC-9382-535F-748502A38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A990B-9A8F-42F9-8C46-DFF789F9162E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1B80F9-EA3B-A735-5F95-54CE55A44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82EDD5-A6AD-8FB6-7730-6633F8791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D9BBC-B435-4125-87D1-559E32206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8591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7119F-4619-8D54-BD25-4901EC894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8822B9-AC3E-3D4C-6FE9-48B0BD450B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1447EC-3019-6E89-350B-CE6EBB817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A990B-9A8F-42F9-8C46-DFF789F9162E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C991BB-CB1C-1190-8599-785A45606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17A7EF-B3A6-4EEC-658F-B9E4E757E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D9BBC-B435-4125-87D1-559E32206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54758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9C58DD-AB2C-A5C5-CFC8-C28BE21BD6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6220FB-F1EE-44D8-961D-4AF4B96C48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4B941-A840-8C8A-A2CC-C5D7C865B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A990B-9A8F-42F9-8C46-DFF789F9162E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B0F2C5-2AB6-0504-4256-62A6E4E96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F14F03-F027-84B5-1F4C-623E6C10D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D9BBC-B435-4125-87D1-559E32206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45768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8731F2-220D-37F8-F080-C84678468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94798B-83FD-6BFA-D799-D0A3B2C088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5CA061-4FAF-18CA-601F-CB942D5155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EA990B-9A8F-42F9-8C46-DFF789F9162E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BAB441-4F38-1010-E33B-7639282056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CD38BA-D83D-36E9-E1A6-9BF673417E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5D9BBC-B435-4125-87D1-559E32206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2661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3A840D5-3141-A45E-67DB-8644C2C446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5918" y="1036321"/>
            <a:ext cx="4470082" cy="4470082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EF722F4-4582-C050-3630-90C7E3F86CCC}"/>
              </a:ext>
            </a:extLst>
          </p:cNvPr>
          <p:cNvSpPr/>
          <p:nvPr/>
        </p:nvSpPr>
        <p:spPr>
          <a:xfrm>
            <a:off x="7498080" y="1615440"/>
            <a:ext cx="3566160" cy="1813560"/>
          </a:xfrm>
          <a:prstGeom prst="roundRect">
            <a:avLst/>
          </a:prstGeom>
          <a:solidFill>
            <a:srgbClr val="015DA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33239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Ayush Kumar Singh</dc:creator>
  <cp:lastModifiedBy>Ayush Kumar Singh</cp:lastModifiedBy>
  <cp:revision>1</cp:revision>
  <dcterms:created xsi:type="dcterms:W3CDTF">2026-05-04T21:30:16Z</dcterms:created>
  <dcterms:modified xsi:type="dcterms:W3CDTF">2026-05-04T21:30:42Z</dcterms:modified>
</cp:coreProperties>
</file>